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69D16-5AFE-BA00-17EF-6391521D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00B5D1-BF82-7F2F-522F-19749A1BB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E8B2D-F978-81D4-DDF5-6928636E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9869D-38AE-DFBE-DD17-343C2799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71509-3342-74B0-986B-16F81AB9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93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83B23-CDCD-ADAB-21A7-87DAD97F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707222-A317-C83D-D662-A05770B6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6CC03-2120-30C8-AACF-BB86C8BC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69AE8-52CA-E6A5-F92F-C20767EA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0F49B-0488-8588-CB5D-AE91230B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8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AC48A-1B87-402B-61B3-0D551E77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707D9E-1FED-AD97-A562-A24C63873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A4E12-D653-46D4-3CDD-EA1B950B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AA089-8FB2-FD66-6CD0-A71F9635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7BA01-74FA-171C-E98B-9A01F7AC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1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DB754-E944-6053-AEE5-7A9CC0A6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B91D7-0D4D-B5FF-02E9-3E04FD1B1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2333A6-FD66-2549-EBF1-41651AB9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82072-6A2F-6786-A53C-BE258AFA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D57E2-36CA-3DB8-192D-FE423F2D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2D032A-CB28-B0A6-6D73-EB80AB08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7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E733-4618-2E35-7348-352E8232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0FB7C-36FE-2E1E-445B-6D1F57FF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48E3A7-005E-5E17-7356-70E218DC8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A298D4-6D8F-2E01-EE4A-E4E9B19A3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CE8136-C6F4-1D94-BE2B-7F2F67F8E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12B6CE-8ED1-3555-469F-9F8AB7AF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34BAE7-7094-41CD-57CD-FCF76575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70AAB3-A33C-0CA2-AF54-D5D8465A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38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0ACFD-8244-756D-B773-EF915D41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9B0DDA-EA05-53BA-449D-C2C6CACB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53F6C6-512D-E95E-2745-07EA706A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EF087D-8B7E-E366-4ED9-0B8971C3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74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4AC36E-D7C0-DE88-D08E-DE24A0B4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374A7C-58A9-CB17-D628-B3616E47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7BB58-989D-CB28-B9BB-C10609EB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90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350BA-5625-1E45-754C-A35A8D37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CBE61-3A10-1D6A-9F64-0F12CDD2C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896C8B-46FB-5DB1-124E-E7DF4B961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2E5D6D-4503-29A2-93AB-2908C75A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D12FE3-FD2A-92BA-3B4B-35BDB61D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BF1EE6-A44B-1B50-96A6-EF4E00D4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57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6792F-EA02-591B-9BB4-C3EA2A7FC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9909C5-456B-838A-5844-40102C566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588030-0F1C-3027-663E-90C068DF2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454F29-62C5-2287-A6DF-962DFE50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642167-324D-E579-1172-4B58D272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3667DA-80A3-9281-E7D4-A69FC990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93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C7CC8-60BF-E80A-217F-305B1FED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8F1628-F7B9-0926-5D24-2E2B290FF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412F5-699D-FEFE-3CAA-E1E23BBD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29B403-D494-04CD-8F5C-BBF85492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EE4041-B640-5B51-62C3-566EDD4B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22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D4BB58-7E39-E737-EF53-C71D31583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B8471F-CBAA-99CF-C2A3-55DAB326D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62FA1D-97A2-A073-E756-33EC1D7B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E1741-E1D2-ACFB-6999-8B265B68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5E2AE-37ED-7EA4-1A77-48CB3F77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9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CFB457-B02E-F0AD-5A92-B5F09463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BA23C-E897-F2EE-4E2E-8B4FC36B7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5F7CA-6B25-C231-A74D-95381EDB1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4121E-115B-4740-ACBB-B4705CF101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53631-59C6-12D3-9E94-F4401F347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5E02FA-45B7-AC58-5C34-A5CEE34DE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D9E32-824D-4271-982A-38E5884B1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2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C89561C3-1475-98B9-8663-8DC5BA58A9E9}"/>
              </a:ext>
            </a:extLst>
          </p:cNvPr>
          <p:cNvSpPr/>
          <p:nvPr/>
        </p:nvSpPr>
        <p:spPr>
          <a:xfrm>
            <a:off x="4935793" y="471948"/>
            <a:ext cx="2320413" cy="717755"/>
          </a:xfrm>
          <a:prstGeom prst="flowChartAlternateProcess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책 리뷰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59398EB-4AFB-C7CA-E67A-ED0FDE99F10E}"/>
              </a:ext>
            </a:extLst>
          </p:cNvPr>
          <p:cNvCxnSpPr>
            <a:stCxn id="3" idx="2"/>
          </p:cNvCxnSpPr>
          <p:nvPr/>
        </p:nvCxnSpPr>
        <p:spPr>
          <a:xfrm flipH="1">
            <a:off x="6095999" y="1189703"/>
            <a:ext cx="1" cy="49161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2F767E3-CD1D-4FCE-AA0B-4D7A119BAE8E}"/>
              </a:ext>
            </a:extLst>
          </p:cNvPr>
          <p:cNvCxnSpPr/>
          <p:nvPr/>
        </p:nvCxnSpPr>
        <p:spPr>
          <a:xfrm>
            <a:off x="540773" y="1681316"/>
            <a:ext cx="1111045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B51BA7-8C74-6626-B738-9BFB19C0BFDB}"/>
              </a:ext>
            </a:extLst>
          </p:cNvPr>
          <p:cNvSpPr/>
          <p:nvPr/>
        </p:nvSpPr>
        <p:spPr>
          <a:xfrm>
            <a:off x="540773" y="2084439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메인화면</a:t>
            </a:r>
            <a:endParaRPr lang="ko-KR" altLang="en-US" sz="14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895B0B-A796-BC1D-AD54-AA539FCA1547}"/>
              </a:ext>
            </a:extLst>
          </p:cNvPr>
          <p:cNvSpPr/>
          <p:nvPr/>
        </p:nvSpPr>
        <p:spPr>
          <a:xfrm>
            <a:off x="3623186" y="2084439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계정관리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425649-02E0-0BBD-A57D-4E3A3E45CF5E}"/>
              </a:ext>
            </a:extLst>
          </p:cNvPr>
          <p:cNvSpPr/>
          <p:nvPr/>
        </p:nvSpPr>
        <p:spPr>
          <a:xfrm>
            <a:off x="7020233" y="2084439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메인화면</a:t>
            </a:r>
            <a:endParaRPr lang="ko-KR" altLang="en-US" sz="14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DD55DD-E1AB-48EF-5FB7-A30D1DF5D185}"/>
              </a:ext>
            </a:extLst>
          </p:cNvPr>
          <p:cNvSpPr/>
          <p:nvPr/>
        </p:nvSpPr>
        <p:spPr>
          <a:xfrm>
            <a:off x="9788013" y="2084439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메인화면</a:t>
            </a:r>
            <a:endParaRPr lang="ko-KR" altLang="en-US" sz="14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38BA64-5361-17DD-8A2A-5224109D93D2}"/>
              </a:ext>
            </a:extLst>
          </p:cNvPr>
          <p:cNvSpPr/>
          <p:nvPr/>
        </p:nvSpPr>
        <p:spPr>
          <a:xfrm>
            <a:off x="540773" y="2888227"/>
            <a:ext cx="1406014" cy="5407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검색창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E61E72-04BE-7BA5-23D5-68442907D8F8}"/>
              </a:ext>
            </a:extLst>
          </p:cNvPr>
          <p:cNvSpPr/>
          <p:nvPr/>
        </p:nvSpPr>
        <p:spPr>
          <a:xfrm>
            <a:off x="540773" y="3692015"/>
            <a:ext cx="1406014" cy="5407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책 리스트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424FAC-15D9-D67C-537F-5BF7BAB646E7}"/>
              </a:ext>
            </a:extLst>
          </p:cNvPr>
          <p:cNvSpPr/>
          <p:nvPr/>
        </p:nvSpPr>
        <p:spPr>
          <a:xfrm>
            <a:off x="2595715" y="2907891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내가 쓴 리뷰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29F77A-F613-25C4-6C37-A48D2FFF8BC2}"/>
              </a:ext>
            </a:extLst>
          </p:cNvPr>
          <p:cNvSpPr/>
          <p:nvPr/>
        </p:nvSpPr>
        <p:spPr>
          <a:xfrm>
            <a:off x="4689985" y="2888227"/>
            <a:ext cx="1406014" cy="54077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설정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A216E4-17A4-CE57-19DB-AB6A7AC308C4}"/>
              </a:ext>
            </a:extLst>
          </p:cNvPr>
          <p:cNvSpPr/>
          <p:nvPr/>
        </p:nvSpPr>
        <p:spPr>
          <a:xfrm>
            <a:off x="2595715" y="3731343"/>
            <a:ext cx="1406014" cy="5407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리뷰 목록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A37916-8922-6B11-7A7E-16AE35048681}"/>
              </a:ext>
            </a:extLst>
          </p:cNvPr>
          <p:cNvSpPr/>
          <p:nvPr/>
        </p:nvSpPr>
        <p:spPr>
          <a:xfrm>
            <a:off x="4689985" y="3731343"/>
            <a:ext cx="1406014" cy="5407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비밀번호 변경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BA4BBC-6172-D71C-0243-68269018A5B1}"/>
              </a:ext>
            </a:extLst>
          </p:cNvPr>
          <p:cNvSpPr/>
          <p:nvPr/>
        </p:nvSpPr>
        <p:spPr>
          <a:xfrm>
            <a:off x="2595715" y="4554795"/>
            <a:ext cx="1406014" cy="5407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리뷰 수정 및 삭제</a:t>
            </a:r>
          </a:p>
        </p:txBody>
      </p:sp>
    </p:spTree>
    <p:extLst>
      <p:ext uri="{BB962C8B-B14F-4D97-AF65-F5344CB8AC3E}">
        <p14:creationId xmlns:p14="http://schemas.microsoft.com/office/powerpoint/2010/main" val="2323787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</Words>
  <Application>Microsoft Office PowerPoint</Application>
  <PresentationFormat>와이드스크린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김다은</dc:creator>
  <cp:lastModifiedBy>김다은</cp:lastModifiedBy>
  <cp:revision>2</cp:revision>
  <dcterms:created xsi:type="dcterms:W3CDTF">2026-02-24T08:41:37Z</dcterms:created>
  <dcterms:modified xsi:type="dcterms:W3CDTF">2026-02-24T09:05:42Z</dcterms:modified>
</cp:coreProperties>
</file>